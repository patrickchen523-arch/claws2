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0"/>
            <a:ext cx="91440" cy="26517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MARATHON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777240" y="2423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4FF"/>
                </a:solidFill>
              </a:rPr>
              <a:t>游戏机制全流程分析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77240" y="3200400"/>
            <a:ext cx="896112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200400"/>
            <a:ext cx="896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搜打撤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10512" y="3200400"/>
            <a:ext cx="1472184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3200400"/>
            <a:ext cx="1472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Bungie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9856" y="3200400"/>
            <a:ext cx="1088136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3200400"/>
            <a:ext cx="1088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5152" y="3200400"/>
            <a:ext cx="1280160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3200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PvPvE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2472" y="3200400"/>
            <a:ext cx="1664208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62472" y="320040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原型+结构创新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Extraction Shooter  ·  Game Mechanic Analysis  ·  Jizhi Mechanism Library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玩法拓扑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14300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主玩法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38988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PvPvE 撤离搜刮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" y="17830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不玩它游戏无意义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56032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14300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副玩法 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10712" y="138988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轨道 Raid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10712" y="17830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6人协作 PvE 终局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5603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56032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1143000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副玩法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99632" y="138988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周末天梯 Ranked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99632" y="17830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纯 PvP 竞技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主玩法核心循环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1143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进入区域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00200" y="28346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28800" y="2834640"/>
            <a:ext cx="1143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搜刮物资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71800" y="28346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0" y="2834640"/>
            <a:ext cx="114300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激活撤离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43400" y="28346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0" y="2834640"/>
            <a:ext cx="1143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PvPvE战斗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28346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943600" y="2834640"/>
            <a:ext cx="1143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撤离成功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86600" y="283464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4FF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0" y="2834640"/>
            <a:ext cx="1143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2834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强化装备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关键约束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3886200"/>
            <a:ext cx="1609344" cy="347472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886200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撤离窗口暴露位置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49424" y="3886200"/>
            <a:ext cx="1298448" cy="347472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41" name="Text 39"/>
          <p:cNvSpPr/>
          <p:nvPr/>
        </p:nvSpPr>
        <p:spPr>
          <a:xfrm>
            <a:off x="2249424" y="388620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装备底注风险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730752" y="3886200"/>
            <a:ext cx="1298448" cy="347472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43" name="Text 41"/>
          <p:cNvSpPr/>
          <p:nvPr/>
        </p:nvSpPr>
        <p:spPr>
          <a:xfrm>
            <a:off x="3730752" y="388620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噪音持续暴露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12080" y="3886200"/>
            <a:ext cx="1298448" cy="347472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45" name="Text 43"/>
          <p:cNvSpPr/>
          <p:nvPr/>
        </p:nvSpPr>
        <p:spPr>
          <a:xfrm>
            <a:off x="5212080" y="388620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体力物资有限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副玩法分析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704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轨道 Raid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581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UESC Marathon · 主玩法变体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6人协作解谜 + 突破安保机制，提供游戏最高难度的终局 PvE 内容。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入口门槛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需毕业 Build + 6人队伍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对抗结构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纯 PvE（无玩家威胁）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失败惩罚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死亡可复活（限制次数）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时间结构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60-90 分钟/次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奖励性质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剧情 + 独特遗物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393192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1704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周末天梯 Ranked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37760" y="1581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纯 PvP 竞技 · 主玩法变体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19019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纯 PvP 对抗 + Holotag 底注博弈，提供高频次、高竞争力的竞技体验。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对抗结构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纯 PvP（无 AI 威胁）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地图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周末轮换固定区域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经济绑定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291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Holotag 底注押 RP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进入门槛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Runner Level 25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23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奖励结构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段位皮肤/称号/背景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机制扫描概览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 系统  ·  62 子模块  ·  搜打撤品类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43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战斗系统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1.1-1.12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11887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143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任务系统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2.1-2.6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143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经济系统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0936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3.1-3.7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961120" y="1005840"/>
            <a:ext cx="2651760" cy="11887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0" y="1143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养成/数值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4.1-4.7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1795760" y="1005840"/>
            <a:ext cx="2651760" cy="11887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978640" y="1143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社交系统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978640" y="14904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5.1-5.6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978640" y="17373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457200" y="2377440"/>
            <a:ext cx="265176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377440"/>
            <a:ext cx="265176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514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关卡系统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6.1-6.6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108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3291840" y="2377440"/>
            <a:ext cx="2651760" cy="11887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74720" y="2514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Meta/运营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74720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7.1-7.6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3108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126480" y="2377440"/>
            <a:ext cx="2651760" cy="11887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2514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商业化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309360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8.1-8.6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09360" y="3108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8961120" y="2377440"/>
            <a:ext cx="2651760" cy="1188720"/>
          </a:xfrm>
          <a:prstGeom prst="rect">
            <a:avLst/>
          </a:prstGeom>
          <a:solidFill>
            <a:srgbClr val="0F27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144000" y="2514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UX/信息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144000" y="2862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9.1-9.5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144000" y="3108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5 值得吸收的机制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0" cy="7498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0332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动态撤离点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关卡系统 6.3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1033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每局撤离点半随机刷新位置，单人撤离后点位消失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1353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解决蹲撤离点博弈僵化的品类痛点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83080"/>
            <a:ext cx="64008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8308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1856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噪音暴露系统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21762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战斗系统 1.7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1856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移动/搜刮/战斗产生不同级别噪音，实时显示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176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将信息战引入搜打撤，让战术决策不只依赖枪法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06040"/>
            <a:ext cx="640080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0604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234440" y="26791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烟雾克制AI仇恨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2999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战斗系统 1.5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2679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烟雾弹完全消除UESC巡逻队仇恨，可穿越危险区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创造 PvE 和 PvP 之间的第三条路，丰富单局决策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429000"/>
            <a:ext cx="640080" cy="7498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2900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234440" y="3502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三层库存保护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34440" y="38221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经济系统 3.6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3502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背包(全损)→安全箱(局内)→仓库(永久)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31920" y="3822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解决风险收益缺乏梯度的品类痛点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251960"/>
            <a:ext cx="64008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251960"/>
            <a:ext cx="640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234440" y="43251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Shell 职业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234440" y="4645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战斗系统 1.12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31920" y="43251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4职业 × 三层Build(Cores+Implants+武器Mod)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0" y="4645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提供战术深度，让组队配合有价值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创新评价 · 结构创新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589520" y="164592"/>
            <a:ext cx="1097280" cy="4937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164592"/>
            <a:ext cx="10972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项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011680" cy="3840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20116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704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噪音暴露系统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28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可感知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12140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玩家实时感知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834640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346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结构性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127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改变遭遇决策节奏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840480"/>
            <a:ext cx="59436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8404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区分度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41330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去掉退化为蹲点射击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1005840"/>
            <a:ext cx="2011680" cy="3840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51760" y="1005840"/>
            <a:ext cx="201168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2788920" y="11704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动态撤离点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88920" y="1828800"/>
            <a:ext cx="594360" cy="2560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2788920" y="1828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可感知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88920" y="212140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玩家每局都能感知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88920" y="2834640"/>
            <a:ext cx="594360" cy="2560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Text 23"/>
          <p:cNvSpPr/>
          <p:nvPr/>
        </p:nvSpPr>
        <p:spPr>
          <a:xfrm>
            <a:off x="2788920" y="28346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结构性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88920" y="3127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改变撤离博弈结构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88920" y="3840480"/>
            <a:ext cx="594360" cy="2560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8" name="Text 26"/>
          <p:cNvSpPr/>
          <p:nvPr/>
        </p:nvSpPr>
        <p:spPr>
          <a:xfrm>
            <a:off x="2788920" y="38404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区分度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88920" y="41330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去掉退化为塔科夫式蹲守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005840"/>
            <a:ext cx="2011680" cy="3840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1005840"/>
            <a:ext cx="20116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11704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烟雾克制AI仇恨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983480" y="1828800"/>
            <a:ext cx="59436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1828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可感知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83480" y="212140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玩家可感知效果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83480" y="2834640"/>
            <a:ext cx="59436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28346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结构性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3480" y="3127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创造第三条战术路径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83480" y="3840480"/>
            <a:ext cx="59436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983480" y="38404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区分度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83480" y="41330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去掉PvE变成随机风险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40880" y="1005840"/>
            <a:ext cx="2011680" cy="38404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040880" y="1005840"/>
            <a:ext cx="201168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4" name="Text 42"/>
          <p:cNvSpPr/>
          <p:nvPr/>
        </p:nvSpPr>
        <p:spPr>
          <a:xfrm>
            <a:off x="7178040" y="11704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三层库存分层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178040" y="1828800"/>
            <a:ext cx="594360" cy="2560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6" name="Text 44"/>
          <p:cNvSpPr/>
          <p:nvPr/>
        </p:nvSpPr>
        <p:spPr>
          <a:xfrm>
            <a:off x="7178040" y="18288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可感知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78040" y="212140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玩家清楚感知层级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78040" y="2834640"/>
            <a:ext cx="594360" cy="2560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9" name="Text 47"/>
          <p:cNvSpPr/>
          <p:nvPr/>
        </p:nvSpPr>
        <p:spPr>
          <a:xfrm>
            <a:off x="7178040" y="28346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结构性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178040" y="312724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风险收益有清晰梯度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178040" y="3840480"/>
            <a:ext cx="594360" cy="2560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2" name="Text 50"/>
          <p:cNvSpPr/>
          <p:nvPr/>
        </p:nvSpPr>
        <p:spPr>
          <a:xfrm>
            <a:off x="7178040" y="38404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区分度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178040" y="413308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去掉变成全有或全无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机制推理 · 体验支柱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1234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双未知撤离博弈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223760" y="1143000"/>
            <a:ext cx="1188720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11430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乘法关系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4813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动态撤离点 × 噪音暴露系统 × 三层库存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7647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空间未知（动态撤离点）× 信息未知（噪音暴露）——两个未知叠加，让每局都是真正的探索决策。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77440"/>
            <a:ext cx="91440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战术配合深度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223760" y="2514600"/>
            <a:ext cx="11887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2514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弥补关系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852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Runner Shell职业 × 烟雾克制AI × Proximity语音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1363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职业差异 × 烟雾 = 不同职业利用烟雾的能力差异形成战术互补（治疗职业穿越危险区最有价值）。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49040"/>
            <a:ext cx="91440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858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叙事合理化死亡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223760" y="3886200"/>
            <a:ext cx="118872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38862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保险丝关系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42245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</a:rPr>
              <a:t>克隆体设定 × 永久进度 × Raid终局叙事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50799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克隆体降低死亡心理门槛 × 永久进度保证回来仍有事做——确保"死亡不是终点，只是暂停"的感觉。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机制推理 · 结构性脆弱点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5176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170432"/>
            <a:ext cx="4572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噪音暴露系统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去掉后遭遇博弈退化为标准FPS蹲点，核心差异化消失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65176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05840"/>
            <a:ext cx="265176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170432"/>
            <a:ext cx="457200" cy="4572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动态撤离点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去掉后博弈退化为塔科夫式蹲守，品类差异化消失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65176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05840"/>
            <a:ext cx="265176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1170432"/>
            <a:ext cx="45720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1691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三层库存分层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2103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去掉后风险收益变成"全有或全无"，策略分化消失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4023360" cy="91440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063240"/>
            <a:ext cx="73152" cy="9144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装饰  Runner Shell职业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去掉后游戏退化为纯枪法对抗，但撤离/噪音/库存核心仍成立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4023360" cy="914400"/>
          </a:xfrm>
          <a:prstGeom prst="rect">
            <a:avLst/>
          </a:prstGeom>
          <a:solidFill>
            <a:srgbClr val="0F2744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3063240"/>
            <a:ext cx="73152" cy="9144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装饰  Proximity语音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493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去掉后仍有小队语音，但临场感削弱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设计精华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2560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173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Marathon 成立的关键在于构建了一个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"双未知+有策略"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的撤离博弈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1170432" cy="36576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7180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</a:rPr>
              <a:t>空间未知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96312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×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62072" y="2971800"/>
            <a:ext cx="1170432" cy="36576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2072" y="2971800"/>
            <a:ext cx="1170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</a:rPr>
              <a:t>信息未知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35424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×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01184" y="2971800"/>
            <a:ext cx="1371600" cy="36576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01184" y="2971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A623"/>
                </a:solidFill>
              </a:rPr>
              <a:t>风险有梯度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2137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251960"/>
            <a:ext cx="914400" cy="3200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51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搜打撤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54480" y="4251960"/>
            <a:ext cx="1463040" cy="3200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42519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Bungie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4251960"/>
            <a:ext cx="1828800" cy="3200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Marathon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4251960"/>
            <a:ext cx="1645920" cy="3200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4251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原型+结构创新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040880" y="4251960"/>
            <a:ext cx="2194560" cy="3200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4251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</a:rPr>
              <a:t>2026-03-19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Jizhi Mechanism Library  ·  game-analyse-2.0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Marathon 游戏机制分析</dc:title>
  <dc:subject>PptxGenJS Presentation</dc:subject>
  <dc:creator>Jizhi Mechanism Library</dc:creator>
  <cp:lastModifiedBy>Jizhi Mechanism Library</cp:lastModifiedBy>
  <cp:revision>1</cp:revision>
  <dcterms:created xsi:type="dcterms:W3CDTF">2026-03-19T14:08:50Z</dcterms:created>
  <dcterms:modified xsi:type="dcterms:W3CDTF">2026-03-19T14:08:50Z</dcterms:modified>
</cp:coreProperties>
</file>