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80160"/>
            <a:ext cx="91440" cy="27432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80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MARATHON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D4FF"/>
                </a:solidFill>
              </a:rPr>
              <a:t>结构创新深度解析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噪音暴露 · 动态撤离点 · 烟雾克AI · 三层库存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3749040"/>
            <a:ext cx="896112" cy="347472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749040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</a:rPr>
              <a:t>搜打撤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10512" y="3749040"/>
            <a:ext cx="1472184" cy="347472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10512" y="3749040"/>
            <a:ext cx="1472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</a:rPr>
              <a:t>Bungie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19856" y="3749040"/>
            <a:ext cx="1088136" cy="347472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856" y="3749040"/>
            <a:ext cx="1088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</a:rPr>
              <a:t>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5152" y="3749040"/>
            <a:ext cx="1280160" cy="347472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</a:rPr>
              <a:t>PvPvE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62472" y="3749040"/>
            <a:ext cx="1664208" cy="347472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62472" y="374904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</a:rPr>
              <a:t>原型+结构创新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13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Extraction Shooter  ·  Game Mechanic Analysis  ·  Jizhi Mechanism Library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玩法拓扑总览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14300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主玩法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38988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PvPvE 撤离搜刮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" y="178308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不玩它游戏无意义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5603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256032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114300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副玩法 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10712" y="138988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轨道 Raid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10712" y="178308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6人协作 PvE 终局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5603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05840"/>
            <a:ext cx="256032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14300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副玩法 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99632" y="138988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周末天梯 Ranked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99632" y="178308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纯 PvP 竞技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主玩法核心循环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1143000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8346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进入区域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00200" y="283464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828800" y="2834640"/>
            <a:ext cx="1143000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0" y="28346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搜刮物资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71800" y="283464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00400" y="2834640"/>
            <a:ext cx="1143000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28346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激活撤离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43400" y="283464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0" y="2834640"/>
            <a:ext cx="1143000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28346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PvPvE战斗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15000" y="283464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943600" y="2834640"/>
            <a:ext cx="1143000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0" y="28346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撤离成功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86600" y="283464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315200" y="2834640"/>
            <a:ext cx="1143000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0" y="28346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强化装备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关键约束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3886200"/>
            <a:ext cx="1609344" cy="347472"/>
          </a:xfrm>
          <a:prstGeom prst="rect">
            <a:avLst/>
          </a:prstGeom>
          <a:solidFill>
            <a:srgbClr val="0F2137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886200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撤离窗口暴露位置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249424" y="3886200"/>
            <a:ext cx="1298448" cy="347472"/>
          </a:xfrm>
          <a:prstGeom prst="rect">
            <a:avLst/>
          </a:prstGeom>
          <a:solidFill>
            <a:srgbClr val="0F2137"/>
          </a:solidFill>
          <a:ln/>
        </p:spPr>
      </p:sp>
      <p:sp>
        <p:nvSpPr>
          <p:cNvPr id="41" name="Text 39"/>
          <p:cNvSpPr/>
          <p:nvPr/>
        </p:nvSpPr>
        <p:spPr>
          <a:xfrm>
            <a:off x="2249424" y="388620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装备底注风险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730752" y="3886200"/>
            <a:ext cx="1298448" cy="347472"/>
          </a:xfrm>
          <a:prstGeom prst="rect">
            <a:avLst/>
          </a:prstGeom>
          <a:solidFill>
            <a:srgbClr val="0F2137"/>
          </a:solidFill>
          <a:ln/>
        </p:spPr>
      </p:sp>
      <p:sp>
        <p:nvSpPr>
          <p:cNvPr id="43" name="Text 41"/>
          <p:cNvSpPr/>
          <p:nvPr/>
        </p:nvSpPr>
        <p:spPr>
          <a:xfrm>
            <a:off x="3730752" y="388620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噪音持续暴露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212080" y="3886200"/>
            <a:ext cx="1298448" cy="347472"/>
          </a:xfrm>
          <a:prstGeom prst="rect">
            <a:avLst/>
          </a:prstGeom>
          <a:solidFill>
            <a:srgbClr val="0F2137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0" y="388620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体力物资有限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四项结构创新总览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</a:rPr>
              <a:t>创新定性：原型+结构创新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3840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01168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704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噪音暴露系统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战斗系统 1.7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103120"/>
            <a:ext cx="1737360" cy="27432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28600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将"信息战"引入搜打撤，让战术决策不只依赖枪法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51760" y="1005840"/>
            <a:ext cx="2011680" cy="3840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1005840"/>
            <a:ext cx="201168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2788920" y="11704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动态撤离点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1719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关卡系统 6.3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88920" y="2103120"/>
            <a:ext cx="1737360" cy="27432"/>
          </a:xfrm>
          <a:prstGeom prst="rect">
            <a:avLst/>
          </a:prstGeom>
          <a:solidFill>
            <a:srgbClr val="00D4FF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788920" y="228600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消除蹲守博弈，每局撤离都是新的空间探索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005840"/>
            <a:ext cx="2011680" cy="3840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005840"/>
            <a:ext cx="20116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1704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烟雾克制AI仇恨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1719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战斗系统 1.5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83480" y="2103120"/>
            <a:ext cx="1737360" cy="27432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28600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创造 PvE 和 PvP 之间的第三条战术路径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40880" y="1005840"/>
            <a:ext cx="2011680" cy="3840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40880" y="1005840"/>
            <a:ext cx="201168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7178040" y="11704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三层库存分层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1719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经济系统 3.6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78040" y="2103120"/>
            <a:ext cx="173736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178040" y="228600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清晰的风险梯度，让保守和激进玩家各有所选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8872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噪音暴露系统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88720" y="5669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</a:rPr>
              <a:t>战斗系统 1.7 · 战术层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393192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70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机制描述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5727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玩家在地图上的一切行为都会产生噪音，系统实时显示噪音等级，敌人和 AI 都会对噪音位置做出响应。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1280160" cy="329184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噪音来源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65960" y="22860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移动 / 搜刮 / 战斗 / 开门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280160" cy="329184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883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噪音等级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65960" y="268833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低噪音 / 中噪音 / 高噪音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090672"/>
            <a:ext cx="1280160" cy="329184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9067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响应者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30906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敌人玩家 + UESC 巡逻队 AI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493008"/>
            <a:ext cx="1280160" cy="329184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930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显示方式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65960" y="349300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屏幕边缘噪音指示器（方向+等级）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895344"/>
            <a:ext cx="1280160" cy="329184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9534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对抗方式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65960" y="389534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消音武器 / 静步技能 / 烟雾掩护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005840"/>
            <a:ext cx="393192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170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核心机制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37760" y="1645920"/>
            <a:ext cx="73152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1645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主动暴露换取优势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0640" y="19202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开火攻击敌人 = 高噪音暴露位置，但获得先手优势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2395728"/>
            <a:ext cx="73152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安静潜行保持隐蔽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20640" y="26700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步行移动 = 低噪音，不暴露位置但失去先手机会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145536"/>
            <a:ext cx="73152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0" y="31455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搜刮必然暴露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20640" y="34198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搜刮物资动作 = 中噪音，搜刮时位置被实时广播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37760" y="3895344"/>
            <a:ext cx="73152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5120640" y="38953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声音与 AI 视野联动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20640" y="416966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UESC 巡逻队会朝噪音方向移动并检查，烟雾可完全消除仇恨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噪音暴露系统 · 机制评价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可感知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通过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玩家在地图上移动、搜刮、战斗时，噪音等级实时显示，敌人和 AI 都能响应，不需要任何教程就能自然感知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914400"/>
            <a:ext cx="265176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914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通过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1874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将"信息获取"从被动搜索变为主动权衡——开火获得优势但暴露位置，潜行安全但失去先手，改变了遭遇决策的结构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14400"/>
            <a:ext cx="265176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914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区分度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通过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1874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去掉噪音系统，Marathon 退化为标准蹲点射击，博弈从"动态决策"退化为"静态蹲守"，与其他搜打撤无本质差异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91840"/>
            <a:ext cx="91440" cy="1554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01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设计意图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3749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解决"搜打撤信息战太被动"的问题——让玩家主动权衡"制造噪音获取优势"vs"保持安静但失去先手"，将信息获取从被动等情报变成主动决策。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251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代价与风险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560320" y="42519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潜行在噪音系统下变得极难（几乎不可能全程无声）；高分段玩家可能倾向于无脑冲脸，噪音设计被绕过。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8872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动态撤离点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88720" y="5669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</a:rPr>
              <a:t>关卡系统 6.3 · 探索要素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393192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70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机制描述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每局游戏中，撤离点在地图上随机刷新位置。玩家激活撤离后有约 1 分钟窗口期；一旦单人撤离成功，该撤离点立即从地图上消失，其他玩家必须寻找新的撤离点。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刷新机制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2606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每局开始时随机分配位置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固定班底中随机抽取2-4个点作为本局撤离点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窗口期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3108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激活后约1分钟倒计时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3337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期间持续暴露位置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消失机制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2024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单人成功撤离后该点立即消失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其他玩家无法使用同一撤离点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4114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Vs 固定撤离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20240" y="4114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传统撤离射击的痛点：高端玩家提前蹲守，博弈僵化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0240" y="4343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动态刷新解决了这个问题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005840"/>
            <a:ext cx="393192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170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与传统固定撤离的对比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3776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传统撤离射击（塔科夫等）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✗ 撤离点固定 → 高端玩家提前埋伏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2267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✗ 普通玩家无法安全撤离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5694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✗ 博弈变成"谁先到谁赢"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28712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✗ 无探索空间，地图热点固化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Marathon 动态撤离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✓ 每局撤离点位置不同 → 无法蹲守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8679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✓ 需要主动探索新位置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41696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✓ 博弈变成"谁能找到并到达新点"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44714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✓ 每次撤离都是新的空间决策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D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动态撤离点 · 机制评价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可感知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通过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撤离点每局半随机刷新位置，单人撤离后点位消失——玩家每局都能直接感知到与上局的差异，不需要任何提示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914400"/>
            <a:ext cx="265176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914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通过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1874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将撤离从"已知的赌局"变成"未知探索"——改变了撤离博弈的结构，从位置博弈变成了探索+决策博弈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14400"/>
            <a:ext cx="265176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914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区分度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通过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1874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去掉动态撤离，Marathon 退化为塔科夫式蹲守博弈，与其他搜打撤无本质差异，品类核心差异化消失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91840"/>
            <a:ext cx="91440" cy="1554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01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设计意图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3749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解决"蹲撤离点导致博弈僵化"的品类痛点——如果撤离点固定，高端玩家会提前埋伏，普通玩家体验极差。动态刷新让每次撤离都变成新的探索决策。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251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代价与风险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560320" y="42519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熟悉地图的高手无法依赖固定路线；随机性过高可能让部分玩家觉得"努力白费"；需要清晰的地图指示 UI 否则新手迷失感强。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8872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烟雾克制AI仇恨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88720" y="5669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</a:rPr>
              <a:t>战斗系统 1.5 · 状态效果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39319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70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机制描述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57276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烟雾弹在 Marathon 中不仅是视觉遮蔽道具，更能完全消除 UESC 巡逻队的仇恨状态。玩家可以在烟雾掩护下穿越危险区域而不触发 AI 战斗，同时烟雾也会遮挡敌人玩家的视野。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280160" cy="329184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烟雾效果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65960" y="24688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完全消除 UESC 巡逻队仇恨，AI 停止追击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1280160" cy="329184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PvE 价值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65960" y="287121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穿越高危区域（如有 UESC 巡逻的危险区）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273552"/>
            <a:ext cx="1280160" cy="329184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735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PvP 代价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327355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烟雾同时遮蔽敌人玩家视野，是双刃剑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675888"/>
            <a:ext cx="1280160" cy="329184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7588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道具成本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65960" y="367588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烟雾弹占用道具栏位，有消耗数量限制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078224"/>
            <a:ext cx="1280160" cy="329184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782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与职业协同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65960" y="407822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Triage 治疗职业穿越危险区最有价值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005840"/>
            <a:ext cx="39319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170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战术应用场景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937760" y="164592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1645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紧急撤离掩护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0640" y="19202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激活撤离点后被 UESC 追击，扔烟雾弹掩护撤离，AI停止追击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2395728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高危区穿越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20640" y="26700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Dire Marsh 危险沼泽有密集 UESC 巡逻，烟雾掩护下可安全穿越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145536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0" y="31455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PvP 诱饵战术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20640" y="34198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在烟雾中假装撤离，实际等待敌人暴露位置后反打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37760" y="3895344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5120640" y="38953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多人协作掩护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20640" y="416966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治疗职业在烟雾中拉起倒地的队友，AI 不会响应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B9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烟雾克制AI仇恨 · 机制评价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可感知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通过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烟雾弹效果立即可见：UESC 巡逻队停止追击、转向，AI 仇恨消除的视觉反馈清晰，不需要任何说明就能理解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914400"/>
            <a:ext cx="26517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914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通过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1874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创造"PvE 和 PvP 之外的第三条路"——让战术选择不只有"打或跑"，烟雾提供了第三个选项：穿越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14400"/>
            <a:ext cx="26517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914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区分度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通过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1874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去掉烟雾机制，PvE 威胁变成无法控制的随机风险，战术深度大幅削弱，与其他纯 PvPvE 撤离射击无差异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91840"/>
            <a:ext cx="91440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01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设计意图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3749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解决"AI 威胁无法被策略性管理"的痛点——PvE 威胁在传统搜打撤中是纯粹的随机风险，烟雾让玩家可以用战术道具管理 PvE 威胁，增加了决策维度。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251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代价与风险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560320" y="42519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烟雾同时遮蔽自身视野——PvP 时过度依赖烟雾可能反而被敌人预判位置；烟雾占用道具格，有消耗成本，需要权衡使用时机。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8872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三层库存分层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88720" y="5669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</a:rPr>
              <a:t>经济系统 3.6 · 库存管理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91440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局内背包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188720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1430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全损风险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携带中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1664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放入背包的物品在局内死亡后全损——这些物品参与局内经济循环，携带越多潜在损失越大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86000"/>
            <a:ext cx="91440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安全箱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60320" y="2423160"/>
            <a:ext cx="118872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24231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局内不死，局后消失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局内保护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2944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局内死亡时安全箱物品不损失，但局结束后自动清空——提供局内缓冲但不是真正保险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566160"/>
            <a:ext cx="91440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局外仓库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560320" y="3703320"/>
            <a:ext cx="118872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0" y="3703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零风险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4023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永久保护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4224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存放在仓库中的物品永久保存，不受局内死亡影响——真正的安全资产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1005840"/>
            <a:ext cx="393192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1170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玩家决策逻辑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937760" y="1645920"/>
            <a:ext cx="73152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这局目标是什么？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196596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搜集高价值 → 放背包赌一把 / 稳定收益 → 放仓库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2487168"/>
            <a:ext cx="73152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0" y="24871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当前位置安全吗？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0" y="280720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安全 → 继续搜刮放背包 / 危险 → 优先放安全箱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3328416"/>
            <a:ext cx="73152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0" y="33284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背包满了怎么办？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20640" y="364845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放安全箱或仓库，权衡局内使用 vs 局后安全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37760" y="4169664"/>
            <a:ext cx="73152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0" name="Text 38"/>
          <p:cNvSpPr/>
          <p:nvPr/>
        </p:nvSpPr>
        <p:spPr>
          <a:xfrm>
            <a:off x="5120640" y="41696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撤离成功后？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20640" y="448970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安全箱物品可转仓库（局后）；背包物品安全带出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A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三层库存分层 · 机制评价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可感知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通过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玩家清楚知道物品放在哪一层、死亡后会不会损失——背包/安全箱/仓库的 UI 区分清晰，不需要学习成本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914400"/>
            <a:ext cx="26517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914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通过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1874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让风险收益有清晰梯度——保守玩家可把物资放仓库，激进玩家可冒最大风险，不同策略都能找到适合路径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14400"/>
            <a:ext cx="26517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914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区分度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通过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1874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去掉分层，搜打撤经济系统变成"全有或全无"，保守玩家和激进玩家无法分化，策略空间消失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91840"/>
            <a:ext cx="91440" cy="1554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01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设计意图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3749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解决"风险收益缺乏梯度"的品类痛点——让保守玩家和激进玩家都能找到适合自己的策略，而不是只有"全押"或"不玩"两个选项。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251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代价与风险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560320" y="42519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安全箱容量必须有限（不能太大）才能真正产生取舍压力；仓库容量也需要资源投入解锁，否则早期玩家缺乏选择空间。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品类标配排除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以下机制被识别为品类/行业成熟设计，不计入结构创新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71323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73152" cy="7132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 Shell 职业系统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3716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职业系统是 FPS 品类成熟设计，非搜打撤首创；4职业差异是战术层，但不属于结构创新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92224"/>
            <a:ext cx="8229600" cy="71323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92224"/>
            <a:ext cx="73152" cy="7132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883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武器改装系统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15798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武器 Mod 改装在 Tarkov/Apex 等已有，搜打撤品类内常见，非 Marathon 首创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78608"/>
            <a:ext cx="8229600" cy="71323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578608"/>
            <a:ext cx="73152" cy="7132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Proximity 语音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29443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物理距离限制语音交流是 FPS QoL 设计，非机制创新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64992"/>
            <a:ext cx="8229600" cy="71323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64992"/>
            <a:ext cx="73152" cy="7132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克隆体叙事设定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37307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叙事包装手法，合理化死亡降低心理门槛，但非机制层面创新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51376"/>
            <a:ext cx="8229600" cy="71323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151376"/>
            <a:ext cx="73152" cy="7132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242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 Pass 永不过期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451713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战令结构是常见商业化设计，永不过期是 QoS 改进，非结构创新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体验支柱与协同关系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91440" cy="1234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15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双未知撤离博弈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23760" y="1143000"/>
            <a:ext cx="1188720" cy="274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0" y="1143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乘法关系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4813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</a:rPr>
              <a:t>动态撤离点 × 噪音暴露系统 × 三层库存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75564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空间未知 × 信息未知——两个未知叠加，让每局都是真正的探索决策。去掉任一者，另外两者构成的博弈深度大幅削弱。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77440"/>
            <a:ext cx="91440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87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战术配合深度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23760" y="2514600"/>
            <a:ext cx="118872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25146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弥补关系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8529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Runner Shell职业 × 烟雾克制AI × Proximity语音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12724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职业差异 × 烟雾 = 不同职业利用烟雾的能力差异形成战术互补。烟雾让治疗职业在 PvE 中有独特价值，形成职业间的功能互补。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749040"/>
            <a:ext cx="91440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858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叙事合理化死亡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23760" y="3886200"/>
            <a:ext cx="1188720" cy="274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3886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保险丝关系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2245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</a:rPr>
              <a:t>克隆体设定 × 永久进度 × Raid终局叙事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49884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克隆体降低死亡心理门槛，永久进度保证回来仍有事做。两者共同确保"死亡不是终点，只是暂停"的感觉。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设计精华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5603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09728" cy="2560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Marathon 成立的关键在于构建了一个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"双未知+有策略"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的撤离博弈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配合克隆体叙事降低死亡心理门槛，让玩家愿意反复进入高风险循环。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F2137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4251960"/>
            <a:ext cx="914400" cy="32004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51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搜打撤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554480" y="4251960"/>
            <a:ext cx="1463040" cy="32004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4251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Bungie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4251960"/>
            <a:ext cx="1828800" cy="32004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Marathon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4251960"/>
            <a:ext cx="1645920" cy="32004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原型+结构创新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40880" y="4251960"/>
            <a:ext cx="2194560" cy="32004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4251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2026-03-19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Jizhi Mechanism Library  ·  game-analyse-2.0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Marathon 游戏机制分析</dc:title>
  <dc:subject>PptxGenJS Presentation</dc:subject>
  <dc:creator>Jizhi Mechanism Library</dc:creator>
  <cp:lastModifiedBy>Jizhi Mechanism Library</cp:lastModifiedBy>
  <cp:revision>1</cp:revision>
  <dcterms:created xsi:type="dcterms:W3CDTF">2026-03-19T14:42:59Z</dcterms:created>
  <dcterms:modified xsi:type="dcterms:W3CDTF">2026-03-19T14:42:59Z</dcterms:modified>
</cp:coreProperties>
</file>