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0C1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01 游戏概述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02 核心机制 - 神明祝福系统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03 核心机制 - 死亡叙事融合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04 核心机制 - 惩罚契约系统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05 总结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0C1"/>
                </a:solidFill>
              </a:defRPr>
            </a:pPr>
            <a:r>
              <a:t>01 游戏概述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GAME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开发者：Supergiant Games（代表作：Bastion、Transistor、Pyre）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上线时间：2020年12月正式版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Steam 峰值：54,240人（2024年5月）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平台：PC (Steam) / Switch / PS4/PS5 / Xbox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核心循环：房间战斗 → 选择祝福 → BOSS → 死亡/通关 → 圣殿成长 → 再战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0C1"/>
                </a:solidFill>
              </a:defRPr>
            </a:pPr>
            <a:r>
              <a:t>02 核心机制 - 神明祝福系统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BLESSING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一句话解释：就像抽卡组卡组，每打完一轮从3张神卡选一张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10个神仙 × 10+祝福 = 上百种套路组合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树状技能解锁：需要先解锁A+B才能解锁C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策略深度：祝福组合 + 解锁路径规划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0C1"/>
                </a:solidFill>
              </a:defRPr>
            </a:pPr>
            <a:r>
              <a:t>03 核心机制 - 死亡叙事融合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DEATH NARRATIVE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一句话解释：死了还能听故事，死亡=回家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死亡 = 回家：玩家被击败后回到冥王圣殿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叙事推进：与NPC对话解锁亲情/友情/爱情线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解决痛点：死亡从惩罚变激励，成为玩家期待的环节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0C1"/>
                </a:solidFill>
              </a:defRPr>
            </a:pPr>
            <a:r>
              <a:t>04 核心机制 - 惩罚契约系统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PACT OF PUNISHMENT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一句话解释：给自己加debuff换奖励，难度越高回报越高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热度等级：0-64，可叠加多个修改器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修改器：敌人血量/伤害增加、祝福减少、房间敌人增多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解决痛点：高难度提供持续挑战目标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0C1"/>
                </a:solidFill>
              </a:defRPr>
            </a:pPr>
            <a:r>
              <a:t>05 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神明祝福系统：Roguelike BD构筑标杆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死亡叙事融合：死亡从惩罚变激励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惩罚契约系统：高难度=高回报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结论：Hades重新定义Roguelike体验标准，成为行业标杆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