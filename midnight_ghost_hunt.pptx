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午夜猎魂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Midnight Ghost Hunt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4v4非对称对抗捉迷藏游戏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X-Statement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一款4v4非对称对抗捉迷藏游戏，通过鬼魂附身家具隐藏 vs 猎人用探测仪抓鬼的双阶段对抗，为玩家提供"猫鼠互换+合作竞技"的独特体验。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926080"/>
            <a:ext cx="8229600" cy="2011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核心特色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4v4双阶段对抗  •  附身家具伪装  •  探测仪抓鬼  •  午夜身份互换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四大核心支柱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3931920" cy="1645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鬼魂伪装系统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附身家具隐藏•伪装值积攒•隐身5秒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931920" cy="1645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93776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猎人探测系统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探测仪5米范围•多种探测类型•鬼魂可见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3931920" cy="1645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午夜身份互换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午夜12点猫鼠互换•每局5-10分钟•双倍体验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200400"/>
            <a:ext cx="3931920" cy="1645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93776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4v4团队对抗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37760" y="4114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合作围剿•语音沟通•团队配合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竞品对比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73152"/>
          </a:xfrm>
          <a:prstGeom prst="rect">
            <a:avLst/>
          </a:prstGeom>
          <a:solidFill>
            <a:srgbClr val="4A90D9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28600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210312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午夜猎魂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第五人格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黎明杀机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对称方式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4v4+身份互换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1v4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1v4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核心机制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附身vs探测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追逃+解码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追逃+修机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时间阶段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午夜互换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特色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双阶段创新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监管者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祭祀仪式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差异化优势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4297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4v4双阶段身份互换是独特创新，附身家具伪装机制猎人探测仪高科技感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商业数据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4,872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Steam历史峰值在线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0" y="1463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$19.99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02920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Steam售价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2024.3.21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正式版发布时间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3200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4v4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502920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玩家对战规模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谢谢观看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制作：小易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午夜猎魂 Midnight Ghost Hunt</dc:title>
  <dc:subject>PptxGenJS Presentation</dc:subject>
  <dc:creator>小易</dc:creator>
  <cp:lastModifiedBy>小易</cp:lastModifiedBy>
  <cp:revision>1</cp:revision>
  <dcterms:created xsi:type="dcterms:W3CDTF">2026-03-14T13:12:01Z</dcterms:created>
  <dcterms:modified xsi:type="dcterms:W3CDTF">2026-03-14T13:12:01Z</dcterms:modified>
</cp:coreProperties>
</file>