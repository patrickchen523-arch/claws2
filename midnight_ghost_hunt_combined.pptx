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午夜猎魂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Midnight Ghost Hunt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4v4非对称对抗捉迷藏游戏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一款4v4非对称对抗捉迷藏游戏，通过鬼魂附身家具隐藏 vs 猎人用探测仪抓鬼的双阶段对抗，为玩家提供"猫鼠互换+合作竞技"的独特体验。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核心特色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4v4双阶段对抗  •  附身家具伪装  •  探测仪抓鬼  •  午夜身份互换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每局约5-10分钟，双方体验猫和鼠的乐趣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单局游戏流程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560320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猎人抓鬼 0-5分钟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1508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566160" y="1280160"/>
            <a:ext cx="2011680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午夜12点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691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身份互换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508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鬼魂猎杀 5-10分钟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3931920" cy="1828800"/>
          </a:xfrm>
          <a:prstGeom prst="rect">
            <a:avLst/>
          </a:prstGeom>
          <a:solidFill>
            <a:srgbClr val="F0FDF4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阶段1：猎人抓鬼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2834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猎人：搜索抓鬼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063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探测仪感知、围捕猎杀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鬼魂：附身隐藏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伪装值积攒、隐身躲避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377440"/>
            <a:ext cx="3931920" cy="1828800"/>
          </a:xfrm>
          <a:prstGeom prst="rect">
            <a:avLst/>
          </a:prstGeom>
          <a:solidFill>
            <a:srgbClr val="FAF5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阶段2：鬼魂猎杀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2834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鬼魂：攻击围剿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063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幽魂技能、附身突袭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3383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猎人：逃跑生存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利用道具、合力逃脱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关键机制：伪装值10-20秒满 | 隐身5秒 | 探测仪5米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四大核心支柱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鬼魂伪装系统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附身家具隐藏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伪装值积攒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猎人探测系统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探测仪5米范围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多种探测类型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3192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午夜身份互换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午夜12点互换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双倍体验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393192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3776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4v4团队对抗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3776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合作围剿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语音沟通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竞品对比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73152"/>
          </a:xfrm>
          <a:prstGeom prst="rect">
            <a:avLst/>
          </a:prstGeom>
          <a:solidFill>
            <a:srgbClr val="4A90D9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01168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194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午夜猎魂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第五人格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黎明杀机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对称方式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4v4+身份互换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1v4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1v4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核心机制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附身vs探测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追逃+解码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追逃+修机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时间阶段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午夜互换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特色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双阶段创新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监管者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祭祀仪式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差异化优势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4v4双阶段身份互换是独特创新，附身家具伪装机制+猎人探测仪高科技感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商业数据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4,872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Steam历史峰值在线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0" y="1280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$19.99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Steam售价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2024.3.21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正式版发布时间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2926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4v4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02920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玩家对战规模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谢谢观看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制作：小易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午夜猎魂 Midnight Ghost Hunt</dc:title>
  <dc:subject>PptxGenJS Presentation</dc:subject>
  <dc:creator>小易</dc:creator>
  <cp:lastModifiedBy>小易</cp:lastModifiedBy>
  <cp:revision>1</cp:revision>
  <dcterms:created xsi:type="dcterms:W3CDTF">2026-03-14T13:16:49Z</dcterms:created>
  <dcterms:modified xsi:type="dcterms:W3CDTF">2026-03-14T13:16:49Z</dcterms:modified>
</cp:coreProperties>
</file>