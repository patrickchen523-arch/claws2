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单局游戏流程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1371600" cy="7315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猎人抓鬼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↓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0" y="1371600"/>
            <a:ext cx="1371600" cy="7315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1463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午夜12点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身份互换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↓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029200" y="1371600"/>
            <a:ext cx="1371600" cy="7315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463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鬼魂猎杀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↓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0" y="1371600"/>
            <a:ext cx="13716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0" y="1463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游戏结束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胜负判定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3931920" cy="2286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阶段1：猎人抓鬼 (0-5分钟)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0175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搜索房屋寻找鬼魂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使用探测仪感知鬼魂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鬼魂可见(肉眼可见)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猎杀鬼魂得分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团队配合围捕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560320"/>
            <a:ext cx="3931920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阶段2：鬼魂猎杀 (5-10分钟)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30175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身份互换,鬼变强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附身家具隐藏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使用幽魂技能攻击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猎杀猎人得分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合作围剿落单者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solidFill>
            <a:srgbClr val="64748B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关键机制：伪装值积攒(10-20秒满) | 隐身持续5秒 | 探测仪范围5米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午夜猎魂 游戏流程</dc:title>
  <dc:subject>PptxGenJS Presentation</dc:subject>
  <dc:creator>小易</dc:creator>
  <cp:lastModifiedBy>小易</cp:lastModifiedBy>
  <cp:revision>1</cp:revision>
  <dcterms:created xsi:type="dcterms:W3CDTF">2026-03-14T13:13:55Z</dcterms:created>
  <dcterms:modified xsi:type="dcterms:W3CDTF">2026-03-14T13:13:55Z</dcterms:modified>
</cp:coreProperties>
</file>