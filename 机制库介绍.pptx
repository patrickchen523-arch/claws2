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011680"/>
            <a:ext cx="109728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945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机制库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游戏设计资产平台 · 业务产出介绍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3200400" cy="64008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4114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428 机制  |  339 游戏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http://88.88.88.88:8888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业务价值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65176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快速复用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428个已验证机制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可直接应用于新项目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280160"/>
            <a:ext cx="265176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463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🛡️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47472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降低风险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24688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339款游戏验证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减少设计试错成本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280160"/>
            <a:ext cx="265176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463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💡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30936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灵感来源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24688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跨品类设计参考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激发创新思路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886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投入产出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设计周期缩短 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30%+ 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</a:t>
            </a:r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跨品类借鉴率 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45%+ 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</a:t>
            </a:r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新人上手提速 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数据总览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00400" cy="18288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428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机制卡片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3200400" cy="18288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33832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339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游戏卡片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931920" y="1188720"/>
            <a:ext cx="47548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0" y="13716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品类分布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RPG/ARPG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94960" y="1828800"/>
            <a:ext cx="3200400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5394960" y="1828800"/>
            <a:ext cx="347472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0" y="1828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0" y="2331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Roguelike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94960" y="2331720"/>
            <a:ext cx="3200400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5394960" y="2331720"/>
            <a:ext cx="261580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0" y="2331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0" y="2834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94960" y="2834640"/>
            <a:ext cx="3200400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5394960" y="2834640"/>
            <a:ext cx="2108257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0" y="2834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0" y="33375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FPS/TPS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94960" y="3337560"/>
            <a:ext cx="3200400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Shape 24"/>
          <p:cNvSpPr/>
          <p:nvPr/>
        </p:nvSpPr>
        <p:spPr>
          <a:xfrm>
            <a:off x="5394960" y="3337560"/>
            <a:ext cx="1874006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0" y="3337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0" y="38404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94960" y="3840480"/>
            <a:ext cx="3200400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Shape 28"/>
          <p:cNvSpPr/>
          <p:nvPr/>
        </p:nvSpPr>
        <p:spPr>
          <a:xfrm>
            <a:off x="5394960" y="3840480"/>
            <a:ext cx="1639756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0" y="3840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14800" y="43434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其他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94960" y="4343400"/>
            <a:ext cx="3200400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Shape 32"/>
          <p:cNvSpPr/>
          <p:nvPr/>
        </p:nvSpPr>
        <p:spPr>
          <a:xfrm>
            <a:off x="5394960" y="4343400"/>
            <a:ext cx="152263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0" y="4343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核心功能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1645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173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5448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智能检索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19202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支持标签筛选、关键词搜索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快速定位目标机制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188720"/>
            <a:ext cx="73152" cy="1645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Shape 10"/>
          <p:cNvSpPr/>
          <p:nvPr/>
        </p:nvSpPr>
        <p:spPr>
          <a:xfrm>
            <a:off x="5120640" y="14173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双向跳转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0" y="19202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机制卡 ↔ 游戏卡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关联分析一步到位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17520"/>
            <a:ext cx="73152" cy="1645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246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55448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可视化呈现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37490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图表、标签云、统计看板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数据一目了然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301752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3017520"/>
            <a:ext cx="73152" cy="1645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Shape 22"/>
          <p:cNvSpPr/>
          <p:nvPr/>
        </p:nvSpPr>
        <p:spPr>
          <a:xfrm>
            <a:off x="5120640" y="3246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94360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持续更新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943600" y="37490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定期入库新机制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保持前沿视野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使用流程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54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搜索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输入关键词或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选择标签筛选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651760" y="137160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1554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834640" y="2194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834640" y="27432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查看机制详情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了解设计意图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846320" y="137160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554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029200" y="2194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借鉴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29200" y="27432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提取可复用设计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应用到项目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040880" y="137160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40880" y="1554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7223760" y="2194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反馈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23760" y="27432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评价机制效果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持续优化更新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065A82">
              <a:alpha val="1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访问地址：http://88.88.88.88:8888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让游戏设计更简单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428 个已验证机制 · 339 款游戏数据 · 15 个品类拆解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3017520"/>
            <a:ext cx="2743200" cy="64008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30175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立即访问 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http://88.88.88.88:8888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机制库：游戏设计资产平台</dc:title>
  <dc:subject>PptxGenJS Presentation</dc:subject>
  <dc:creator>小易</dc:creator>
  <cp:lastModifiedBy>小易</cp:lastModifiedBy>
  <cp:revision>1</cp:revision>
  <dcterms:created xsi:type="dcterms:W3CDTF">2026-03-13T03:53:37Z</dcterms:created>
  <dcterms:modified xsi:type="dcterms:W3CDTF">2026-03-13T03:53:37Z</dcterms:modified>
</cp:coreProperties>
</file>