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33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机制库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0E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游戏设计资产平台 · 方法论与实践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0" y="3291840"/>
            <a:ext cx="2743200" cy="27432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创意部 ·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716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什么是机制库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定位与价值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18872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0" y="13716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474720" y="1874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核心方法论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74720" y="2286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3大支柱 + X-Statement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18872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09360" y="13716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309360" y="1874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评估维度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09360" y="2286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入库标准与评分体系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32004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40080" y="3703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工作流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" y="4114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从拆解到入库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91840" y="301752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474720" y="32004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3474720" y="3703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数据总览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474720" y="4114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当前规模与分布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26480" y="301752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309360" y="32004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309360" y="3703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使用指南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309360" y="4114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检索与应用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什么是机制库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25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机制库定义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游戏设计资产的标准化、结构化、可复用知识库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265176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743200"/>
            <a:ext cx="2651760" cy="73152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9260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🔄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40080" y="3429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复用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38404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428个已验证机制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可直接应用于新项目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91840" y="2743200"/>
            <a:ext cx="265176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2743200"/>
            <a:ext cx="2651760" cy="73152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14" name="Text 12"/>
          <p:cNvSpPr/>
          <p:nvPr/>
        </p:nvSpPr>
        <p:spPr>
          <a:xfrm>
            <a:off x="3291840" y="29260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🛡️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474720" y="3429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474720" y="38404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339款游戏参考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减少设计试错成本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2743200"/>
            <a:ext cx="265176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2743200"/>
            <a:ext cx="2651760" cy="73152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0" y="29260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💡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309360" y="3429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启发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309360" y="38404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跨品类设计参考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激发创新思路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核心方法论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34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X-Statement 公式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[题材] + [核心玩法] 融合 [次级玩法] 与 [养成要素]，玩家操控 [角色类型]，在 [场景类型] 中使用 [道具系统] 构建独特 [策略体系]。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3大核心支柱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26517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463040" y="3291840"/>
            <a:ext cx="640080" cy="640080"/>
          </a:xfrm>
          <a:prstGeom prst="ellipse">
            <a:avLst/>
          </a:prstGeom>
          <a:solidFill>
            <a:srgbClr val="E61E25"/>
          </a:solidFill>
          <a:ln/>
        </p:spPr>
      </p:sp>
      <p:sp>
        <p:nvSpPr>
          <p:cNvPr id="10" name="Text 8"/>
          <p:cNvSpPr/>
          <p:nvPr/>
        </p:nvSpPr>
        <p:spPr>
          <a:xfrm>
            <a:off x="1463040" y="3291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40233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核心循环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43434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战斗 → 成长 → 验证 → 刷宝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91840" y="3154680"/>
            <a:ext cx="26517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97680" y="3291840"/>
            <a:ext cx="640080" cy="640080"/>
          </a:xfrm>
          <a:prstGeom prst="ellipse">
            <a:avLst/>
          </a:prstGeom>
          <a:solidFill>
            <a:srgbClr val="E61E25"/>
          </a:solidFill>
          <a:ln/>
        </p:spPr>
      </p:sp>
      <p:sp>
        <p:nvSpPr>
          <p:cNvPr id="15" name="Text 13"/>
          <p:cNvSpPr/>
          <p:nvPr/>
        </p:nvSpPr>
        <p:spPr>
          <a:xfrm>
            <a:off x="4297680" y="3291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474720" y="40233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耐玩性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74720" y="43434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内容更新 / 差异对策 / 随机体验 / 难度升级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3154680"/>
            <a:ext cx="26517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132320" y="3291840"/>
            <a:ext cx="640080" cy="640080"/>
          </a:xfrm>
          <a:prstGeom prst="ellipse">
            <a:avLst/>
          </a:prstGeom>
          <a:solidFill>
            <a:srgbClr val="E61E25"/>
          </a:solidFill>
          <a:ln/>
        </p:spPr>
      </p:sp>
      <p:sp>
        <p:nvSpPr>
          <p:cNvPr id="20" name="Text 18"/>
          <p:cNvSpPr/>
          <p:nvPr/>
        </p:nvSpPr>
        <p:spPr>
          <a:xfrm>
            <a:off x="7132320" y="3291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309360" y="40233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社交维度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09360" y="43434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匹配机制 / 核心场景 / 活人感保障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评估维度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383280" y="1097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评估标准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126480" y="1097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分值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5544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创新性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83280" y="15544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机制是否解决明确痛点，非简单缝合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26480" y="15544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1-5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148840"/>
            <a:ext cx="8229600" cy="5486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1488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可复用性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83280" y="21488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机制是否足够抽象可跨项目使用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6480" y="21488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1-5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7432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完整性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83280" y="27432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触发条件、体验目标、验证方式是否清晰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26480" y="27432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1-5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337560"/>
            <a:ext cx="8229600" cy="5486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3375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差异化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83280" y="33375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与已有机制相比是否有独特价值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26480" y="33375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1-5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9319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数据支撑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383280" y="39319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是否有足够案例或数据支撑有效性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26480" y="39319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1-5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solidFill>
            <a:srgbClr val="E61E25">
              <a:alpha val="1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5262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 ≥ 3.5分 → 通过入库  |  评分 &lt; 3.5分 → 退回修改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工作流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16459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463040"/>
            <a:ext cx="640080" cy="640080"/>
          </a:xfrm>
          <a:prstGeom prst="ellipse">
            <a:avLst/>
          </a:prstGeom>
          <a:solidFill>
            <a:srgbClr val="E61E25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463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收集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65176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搜索游戏资料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获取基础信息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920240" y="23774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61E25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148840" y="1280160"/>
            <a:ext cx="16459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51760" y="1463040"/>
            <a:ext cx="640080" cy="640080"/>
          </a:xfrm>
          <a:prstGeom prst="ellipse">
            <a:avLst/>
          </a:prstGeom>
          <a:solidFill>
            <a:srgbClr val="E61E25"/>
          </a:solidFill>
          <a:ln/>
        </p:spPr>
      </p:sp>
      <p:sp>
        <p:nvSpPr>
          <p:cNvPr id="12" name="Text 10"/>
          <p:cNvSpPr/>
          <p:nvPr/>
        </p:nvSpPr>
        <p:spPr>
          <a:xfrm>
            <a:off x="2651760" y="1463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240280" y="22402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拆解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240280" y="265176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标准化分析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输出X-Statement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703320" y="23774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61E25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931920" y="1280160"/>
            <a:ext cx="16459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434840" y="1463040"/>
            <a:ext cx="640080" cy="640080"/>
          </a:xfrm>
          <a:prstGeom prst="ellipse">
            <a:avLst/>
          </a:prstGeom>
          <a:solidFill>
            <a:srgbClr val="E61E25"/>
          </a:solidFill>
          <a:ln/>
        </p:spPr>
      </p:sp>
      <p:sp>
        <p:nvSpPr>
          <p:cNvPr id="18" name="Text 16"/>
          <p:cNvSpPr/>
          <p:nvPr/>
        </p:nvSpPr>
        <p:spPr>
          <a:xfrm>
            <a:off x="4434840" y="1463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023360" y="22402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筛选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023360" y="265176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判断机制价值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确定是否入库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0" y="23774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61E25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715000" y="1280160"/>
            <a:ext cx="16459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17920" y="1463040"/>
            <a:ext cx="640080" cy="640080"/>
          </a:xfrm>
          <a:prstGeom prst="ellipse">
            <a:avLst/>
          </a:prstGeom>
          <a:solidFill>
            <a:srgbClr val="E61E25"/>
          </a:solidFill>
          <a:ln/>
        </p:spPr>
      </p:sp>
      <p:sp>
        <p:nvSpPr>
          <p:cNvPr id="24" name="Text 22"/>
          <p:cNvSpPr/>
          <p:nvPr/>
        </p:nvSpPr>
        <p:spPr>
          <a:xfrm>
            <a:off x="6217920" y="1463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806440" y="22402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806440" y="265176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5维度打分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≥3.5通过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269480" y="23774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61E25"/>
                </a:solidFill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7498080" y="1280160"/>
            <a:ext cx="16459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001000" y="1463040"/>
            <a:ext cx="640080" cy="640080"/>
          </a:xfrm>
          <a:prstGeom prst="ellipse">
            <a:avLst/>
          </a:prstGeom>
          <a:solidFill>
            <a:srgbClr val="E61E25"/>
          </a:solidFill>
          <a:ln/>
        </p:spPr>
      </p:sp>
      <p:sp>
        <p:nvSpPr>
          <p:cNvPr id="30" name="Text 28"/>
          <p:cNvSpPr/>
          <p:nvPr/>
        </p:nvSpPr>
        <p:spPr>
          <a:xfrm>
            <a:off x="8001000" y="1463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7589520" y="22402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入库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589520" y="265176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格式化输出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更新数据库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4069080"/>
            <a:ext cx="40233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40080" y="40690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工具：web_search + web_fetch + game-analyse-sdd skill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663440" y="4069080"/>
            <a:ext cx="40233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846320" y="40690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产出：机制卡 → 游戏卡 → 网页展示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 数据总览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743200" cy="1828800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428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机制卡片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3108960"/>
            <a:ext cx="2743200" cy="18288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2918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339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457200" y="4297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0E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游戏卡片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474720" y="1097280"/>
            <a:ext cx="521208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0" y="1234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品类分布 TOP 10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0" y="16916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RPG/ARPG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0" y="1801368"/>
            <a:ext cx="3840480" cy="201168"/>
          </a:xfrm>
          <a:prstGeom prst="rect">
            <a:avLst/>
          </a:prstGeom>
          <a:solidFill>
            <a:srgbClr val="E61E25">
              <a:alpha val="7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0" y="16916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89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0" y="20116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Roguelike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0" y="2121408"/>
            <a:ext cx="2891148" cy="201168"/>
          </a:xfrm>
          <a:prstGeom prst="rect">
            <a:avLst/>
          </a:prstGeom>
          <a:solidFill>
            <a:srgbClr val="E61E25">
              <a:alpha val="6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0" y="20116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67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0" y="23317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MOBA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0" y="2441448"/>
            <a:ext cx="2330179" cy="201168"/>
          </a:xfrm>
          <a:prstGeom prst="rect">
            <a:avLst/>
          </a:prstGeom>
          <a:solidFill>
            <a:srgbClr val="E61E25">
              <a:alpha val="6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0" y="23317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0" y="26517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FPS/TPS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0" y="2761488"/>
            <a:ext cx="2071270" cy="201168"/>
          </a:xfrm>
          <a:prstGeom prst="rect">
            <a:avLst/>
          </a:prstGeom>
          <a:solidFill>
            <a:srgbClr val="E61E25">
              <a:alpha val="5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0" y="26517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48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0" y="2971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SLG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0" y="3081528"/>
            <a:ext cx="1812361" cy="201168"/>
          </a:xfrm>
          <a:prstGeom prst="rect">
            <a:avLst/>
          </a:prstGeom>
          <a:solidFill>
            <a:srgbClr val="E61E25">
              <a:alpha val="5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0" y="2971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0" y="32918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模拟经营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0" y="3401568"/>
            <a:ext cx="1510301" cy="201168"/>
          </a:xfrm>
          <a:prstGeom prst="rect">
            <a:avLst/>
          </a:prstGeom>
          <a:solidFill>
            <a:srgbClr val="E61E25">
              <a:alpha val="45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0" y="32918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0" y="36118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赛车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0" y="3721608"/>
            <a:ext cx="1208241" cy="201168"/>
          </a:xfrm>
          <a:prstGeom prst="rect">
            <a:avLst/>
          </a:prstGeom>
          <a:solidFill>
            <a:srgbClr val="E61E25">
              <a:alpha val="4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7772400" y="3611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657600" y="39319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卡牌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0" y="4041648"/>
            <a:ext cx="1035635" cy="201168"/>
          </a:xfrm>
          <a:prstGeom prst="rect">
            <a:avLst/>
          </a:prstGeom>
          <a:solidFill>
            <a:srgbClr val="E61E25">
              <a:alpha val="35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7772400" y="39319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657600" y="42519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社交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57600" y="4361688"/>
            <a:ext cx="949332" cy="201168"/>
          </a:xfrm>
          <a:prstGeom prst="rect">
            <a:avLst/>
          </a:prstGeom>
          <a:solidFill>
            <a:srgbClr val="E61E25">
              <a:alpha val="3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7772400" y="4251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657600" y="45720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57600" y="4681728"/>
            <a:ext cx="819878" cy="201168"/>
          </a:xfrm>
          <a:prstGeom prst="rect">
            <a:avLst/>
          </a:prstGeom>
          <a:solidFill>
            <a:srgbClr val="E61E25">
              <a:alpha val="25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7772400" y="45720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 使用指南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34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🌐 访问地址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http://88.88.88.88:8888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40233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377440"/>
            <a:ext cx="54864" cy="731520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514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🔍 智能检索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788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 + 标签筛选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2377440"/>
            <a:ext cx="40233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2377440"/>
            <a:ext cx="54864" cy="731520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2514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🔗 双向跳转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2788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机制卡 ↔ 游戏卡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291840"/>
            <a:ext cx="40233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291840"/>
            <a:ext cx="54864" cy="731520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4290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可视化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3703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 + 统计看板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3291840"/>
            <a:ext cx="40233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3291840"/>
            <a:ext cx="54864" cy="731520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34290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📱 持续更新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0" y="3703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定期入库新机制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33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让游戏设计更简单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0E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428 个已验证机制 · 339 款游戏数据 · 15 个品类拆解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0" y="3200400"/>
            <a:ext cx="2743200" cy="548640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0" y="32004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立即访问 →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http://88.88.88.88:8888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机制库介绍</dc:title>
  <dc:subject>PptxGenJS Presentation</dc:subject>
  <dc:creator>小易</dc:creator>
  <cp:lastModifiedBy>小易</cp:lastModifiedBy>
  <cp:revision>1</cp:revision>
  <dcterms:created xsi:type="dcterms:W3CDTF">2026-03-13T06:16:14Z</dcterms:created>
  <dcterms:modified xsi:type="dcterms:W3CDTF">2026-03-13T06:16:14Z</dcterms:modified>
</cp:coreProperties>
</file>