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 = 游戏设计的知识资产化平台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创意部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当前游戏设计的困境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经验流失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设计师离职 = 核心经验流失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项目重启 = 从零开始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重复造轮子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每个项目都在重新发明机制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低效重复，无法积累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🎲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2011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决策盲区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设计靠拍脑袋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缺乏数据支撑和验证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023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核心问题：游戏设计能力停留在「个人层面」，无法成为「组织资产」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解决方案：知识资产化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个人经验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设计师脑子里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难以传承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无法量化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61E25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82880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组织资产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机制库沉淀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可传承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可迭代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可传承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人走经验留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组织能力不依赖个人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3291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329184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74720" y="3886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新项目直接调用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不做重复劳动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291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329184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可迭代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3886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持续积累优化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越久越有价值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机制库是什么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游戏设计资产的标准化、结构化、可复用知识库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已验证机制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24688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收录游戏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品类拆解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246888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03720" y="3291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 公式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[题材] + [核心玩法] 融合 [次级玩法] 与 [养成要素]，玩家操控 [角色类型]，在 [场景类型] 中使用 [道具系统] 构建独特 [策略体系]。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3大核心支柱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310896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 → 成长 → 验证 → 刷宝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29718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310896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耐玩性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内容更新 / 差异对策 / 随机体验 / 难度升级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310896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社交维度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160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匹配机制 / 核心场景 / 活人感保障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入库评估标准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评估标准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机制是否解决明确痛点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1554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可复用性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是否足够抽象可跨项目使用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触发/目标/验证是否清晰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6517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与已有机制相比独特价值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32004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数据支撑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案例或数据支撑有效性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3749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389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 ≥ 3.5分 → 通过入库  |  评分 &lt; 3.5分 → 退回修改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工作流：从拆解到入库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37160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搜索游戏资料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1E25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48840" y="118872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51760" y="137160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24028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40280" y="2560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X-Statement分析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1E25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931920" y="118872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37160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2336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2560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判断机制价值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1E25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15000" y="118872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37160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0644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06440" y="2560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5维度打分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1E25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98080" y="1188720"/>
            <a:ext cx="1645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01000" y="137160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30" name="Text 28"/>
          <p:cNvSpPr/>
          <p:nvPr/>
        </p:nvSpPr>
        <p:spPr>
          <a:xfrm>
            <a:off x="80010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58952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0" y="25603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格式化输出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008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023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web_search + web_fetch + game-analyse-sdd skill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机制卡 → 游戏卡 → 网页展示 (http://88.88.88.88:8888)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为网易创造什么价值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设计周期缩短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复用已有机制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减少重复设计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试错成本降低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45%+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47472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339款游戏验证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减少拍脑袋决策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5176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新人上手提速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50%+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30936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直接调用资产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无需从零学习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战略价值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沉淀组织设计能力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不依赖个人，形成长期资产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构建竞争壁垒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 = 独家方法论 + 数据积累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赋能新项目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快速启动，降低从0到1的风险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机制 · 339 游戏 · 15 品类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657600"/>
            <a:ext cx="2743200" cy="5486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657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http://88.88.88.88:8888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机制库 - 游戏设计的知识资产化</dc:title>
  <dc:subject>PptxGenJS Presentation</dc:subject>
  <dc:creator>小易</dc:creator>
  <cp:lastModifiedBy>小易</cp:lastModifiedBy>
  <cp:revision>1</cp:revision>
  <dcterms:created xsi:type="dcterms:W3CDTF">2026-03-13T06:21:43Z</dcterms:created>
  <dcterms:modified xsi:type="dcterms:W3CDTF">2026-03-13T06:21:43Z</dcterms:modified>
</cp:coreProperties>
</file>