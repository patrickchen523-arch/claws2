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61E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游戏设计的核心竞争力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正在从「人的经验」转向「组织的知识资产」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机制库 = 游戏设计的知识资产化平台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创意部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当前游戏设计的困境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914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经验流失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设计师离职 = 核心经验流失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项目重启 = 从零开始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651760" cy="914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7472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重复造轮子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每个项目都在重新发明机制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低效重复，无法积累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651760" cy="914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🎲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决策盲区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3774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设计靠拍脑袋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缺乏数据支撑和验证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23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核心问题：游戏设计能力停留在「个人层面」，无法成为「组织资产」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解决方案：知识资产化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0116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个人经验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设计师脑子里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难以传承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无法量化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61E25"/>
                </a:solidFill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201168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组织资产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37760" y="22402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机制库沉淀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可传承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可迭代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383280"/>
            <a:ext cx="265176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可传承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人走经验留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组织能力不依赖个人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338328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3383280"/>
            <a:ext cx="265176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74720" y="3977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新项目直接调用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不做重复劳动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338328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3383280"/>
            <a:ext cx="265176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可迭代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09360" y="3977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持续积累优化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越久越有价值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机制库是什么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游戏设计资产的标准化、结构化、可复用知识库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468880"/>
            <a:ext cx="201168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06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已验证机制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246888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2468880"/>
            <a:ext cx="201168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2606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339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60604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收录游戏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46888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468880"/>
            <a:ext cx="201168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606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75488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品类拆解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246888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2468880"/>
            <a:ext cx="201168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2606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90372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http://88.88.88.8888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X-Statement 公式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[题材] + [核心玩法] 融合 [次级玩法] 与 [养成要素]，玩家操控 [角色类型]，在 [场景类型] 中使用 [道具系统] 构建独特 [策略体系]。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3大核心支柱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63040" y="310896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核心循环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 → 成长 → 验证 → 刷宝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297180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310896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7472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耐玩性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4160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内容更新 / 差异对策 / 随机体验 / 难度升级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297180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0" y="310896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0936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社交维度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4160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匹配机制 / 核心场景 / 活人感保障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入库评估标准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8328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评估标准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创新性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机制是否解决明确痛点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是否足够抽象可跨项目使用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触发/目标/验证是否清晰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00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3200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与已有机制相比独特价值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3200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749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数据支撑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3749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案例或数据支撑有效性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3749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389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 ≥ 3.5分 → 通过入库  |  评分 &lt; 3.5分 → 退回修改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为网易创造什么价值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914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设计周期缩短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复用已有机制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减少重复设计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651760" cy="914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试错成本降低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45%+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474720" y="2514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339款游戏验证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减少拍脑袋决策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651760" cy="914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新人上手提速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783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50%+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309360" y="2514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直接调用资产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无需从零学习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战略价值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114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沉淀组织设计能力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不依赖个人，形成长期资产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构建竞争壁垒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机制库 = 独家方法论 + 数据积累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赋能新项目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快速启动，降低从0到1的风险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61E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>
              <a:alpha val="7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游戏设计的核心竞争力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正在从「人的经验」转向「组织的知识资产」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428 机制 · 339 游戏 · 15 品类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3383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立即访问 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http://88.88.88.8888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机制库 - 游戏设计的知识资产化</dc:title>
  <dc:subject>PptxGenJS Presentation</dc:subject>
  <dc:creator>小易</dc:creator>
  <cp:lastModifiedBy>小易</cp:lastModifiedBy>
  <cp:revision>1</cp:revision>
  <dcterms:created xsi:type="dcterms:W3CDTF">2026-03-13T06:24:06Z</dcterms:created>
  <dcterms:modified xsi:type="dcterms:W3CDTF">2026-03-13T06:24:06Z</dcterms:modified>
</cp:coreProperties>
</file>