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3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游戏设计的核心竞争力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正在从「人的经验」转向「组织的知识资产」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3108960"/>
            <a:ext cx="274320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0E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机制库 = 游戏设计的知识资产化平台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创意部 ·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机制库的核心优势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651760" cy="73152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📐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统一的X-Statement框架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让所有游戏分析有据可依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188720"/>
            <a:ext cx="2651760" cy="73152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371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47472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0" y="23317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5维度评分体系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机制价值可量化评估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188720"/>
            <a:ext cx="2651760" cy="73152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371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30936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可复用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9360" y="23317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428个已验证机制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新项目可直接调用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280160" y="3840480"/>
            <a:ext cx="1828800" cy="10058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0" name="Text 18"/>
          <p:cNvSpPr/>
          <p:nvPr/>
        </p:nvSpPr>
        <p:spPr>
          <a:xfrm>
            <a:off x="12801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428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280160" y="4389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已验证机制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749040" y="3840480"/>
            <a:ext cx="1828800" cy="10058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3" name="Text 21"/>
          <p:cNvSpPr/>
          <p:nvPr/>
        </p:nvSpPr>
        <p:spPr>
          <a:xfrm>
            <a:off x="3749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339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749040" y="4389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收录游戏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3840480"/>
            <a:ext cx="1828800" cy="10058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217920" y="4389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品类拆解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核心方法论：X-Statement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34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X-Statement 公式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[题材] + [核心玩法] 融合 [次级玩法] 与 [养成要素]，玩家操控 [角色类型]，在 [场景类型] 中使用 [道具系统] 构建独特 [策略体系]。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463040" y="2926080"/>
            <a:ext cx="640080" cy="640080"/>
          </a:xfrm>
          <a:prstGeom prst="ellipse">
            <a:avLst/>
          </a:prstGeom>
          <a:solidFill>
            <a:srgbClr val="E61E25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2926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核心循环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4069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战斗 → 成长 → 验证 → 刷宝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2743200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2926080"/>
            <a:ext cx="640080" cy="640080"/>
          </a:xfrm>
          <a:prstGeom prst="ellipse">
            <a:avLst/>
          </a:prstGeom>
          <a:solidFill>
            <a:srgbClr val="E61E25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2926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474720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耐玩性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74720" y="4069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内容更新 / 差异对策 / 随机体验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2743200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32320" y="2926080"/>
            <a:ext cx="640080" cy="640080"/>
          </a:xfrm>
          <a:prstGeom prst="ellipse">
            <a:avLst/>
          </a:prstGeom>
          <a:solidFill>
            <a:srgbClr val="E61E25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2926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09360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社交维度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09360" y="4069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匹配机制 / 核心场景 / 活人感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案例：已入库机制示例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651760" cy="36576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枪火重生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BD组件共享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多人模式共享武器秘卷，把运气驱动变为协作驱动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2286000" cy="411480"/>
          </a:xfrm>
          <a:prstGeom prst="rect">
            <a:avLst/>
          </a:prstGeom>
          <a:solidFill>
            <a:srgbClr val="E61E25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00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提升社交粘性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09728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097280"/>
            <a:ext cx="2651760" cy="36576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097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Mewgenics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1600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遗传育种系统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0" y="20116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猫咪突变遗传给后代，跨代际养成深度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0" y="3200400"/>
            <a:ext cx="2286000" cy="411480"/>
          </a:xfrm>
          <a:prstGeom prst="rect">
            <a:avLst/>
          </a:prstGeom>
          <a:solidFill>
            <a:srgbClr val="E61E25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3200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Roguelite创新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09728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097280"/>
            <a:ext cx="2651760" cy="36576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1097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无主之地3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1600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三层BD构筑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9360" y="20116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模组+天赋→武器机制→数值词条，指数级成长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3200400"/>
            <a:ext cx="2286000" cy="411480"/>
          </a:xfrm>
          <a:prstGeom prst="rect">
            <a:avLst/>
          </a:prstGeom>
          <a:solidFill>
            <a:srgbClr val="E61E25">
              <a:alpha val="1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3200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BD深度标杆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1148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这些机制可直接复用在新项目中，无需从零设计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案例：更多品类覆盖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164592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RPG/ARPG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89 个机制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BD构筑、技能连招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097280"/>
            <a:ext cx="73152" cy="164592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234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Roguelike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1600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 个机制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0" y="2011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死亡转化、随机升级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97280"/>
            <a:ext cx="73152" cy="164592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234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MOBA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1600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 个机制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9360" y="2011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团战规模、地图机制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926080"/>
            <a:ext cx="73152" cy="164592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063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FPS/TPS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3429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 个机制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0080" y="38404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枪械改装、撤离模式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29260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2926080"/>
            <a:ext cx="73152" cy="164592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0" y="3063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474720" y="3429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 个机制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474720" y="38404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资源循环、联盟系统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29260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2926080"/>
            <a:ext cx="73152" cy="164592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3063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模拟经营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309360" y="3429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 个机制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309360" y="38404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空间规划、反馈循环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可拓展性规划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🎮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品类扩展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7830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覆盖更多游戏品类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如: 音游/体育/解谜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66160" y="1325880"/>
            <a:ext cx="731520" cy="32004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13258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39496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AI辅助分析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94960" y="17830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自动识别游戏机制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生成初步分析报告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0" y="1325880"/>
            <a:ext cx="731520" cy="32004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0" y="13258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188720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团队协作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36118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支持多人协同编辑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评论与反馈机制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566160" y="3154680"/>
            <a:ext cx="731520" cy="32004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21" name="Text 19"/>
          <p:cNvSpPr/>
          <p:nvPr/>
        </p:nvSpPr>
        <p:spPr>
          <a:xfrm>
            <a:off x="3566160" y="31546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301752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394960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API对接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94960" y="36118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对接内部项目管理系统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实现自动化入库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772400" y="3154680"/>
            <a:ext cx="731520" cy="32004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0" y="31546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3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游戏设计的核心竞争力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正在从「人的经验」转向「组织的知识资产」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E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428 机制 · 339 游戏 · 15 品类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3566160"/>
            <a:ext cx="2743200" cy="54864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35661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立即访问 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http://88.88.88.8888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机制库 - 游戏设计的知识资产化</dc:title>
  <dc:subject>PptxGenJS Presentation</dc:subject>
  <dc:creator>小易</dc:creator>
  <cp:lastModifiedBy>小易</cp:lastModifiedBy>
  <cp:revision>1</cp:revision>
  <dcterms:created xsi:type="dcterms:W3CDTF">2026-03-13T06:27:06Z</dcterms:created>
  <dcterms:modified xsi:type="dcterms:W3CDTF">2026-03-13T06:27:06Z</dcterms:modified>
</cp:coreProperties>
</file>