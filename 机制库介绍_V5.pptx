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游戏设计的核心竞争力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正在从「人的经验」转向「组织的知识资产」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3108960"/>
            <a:ext cx="274320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机制库 = 游戏设计的知识资产化平台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创意部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机制库的核心优势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73152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📐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统一的X-Statement框架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让所有游戏分析有据可依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2651760" cy="73152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7472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3317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5维度评分体系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机制价值可量化评估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2651760" cy="73152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0936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3317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428个已验证机制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新项目可直接调用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280160" y="3840480"/>
            <a:ext cx="1828800" cy="10058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428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280160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已验证机制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49040" y="3840480"/>
            <a:ext cx="1828800" cy="10058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339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749040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收录游戏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3840480"/>
            <a:ext cx="1828800" cy="10058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217920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品类拆解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核心方法论：X-Statement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X-Statement 公式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[题材] + [核心玩法] 融合 [次级玩法] 与 [养成要素]，玩家操控 [角色类型]，在 [场景类型] 中使用 [道具系统] 构建独特 [策略体系]。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63040" y="2926080"/>
            <a:ext cx="640080" cy="640080"/>
          </a:xfrm>
          <a:prstGeom prst="ellipse">
            <a:avLst/>
          </a:prstGeom>
          <a:solidFill>
            <a:srgbClr val="E61E25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核心循环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069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战斗 → 成长 → 验证 → 刷宝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74320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2926080"/>
            <a:ext cx="640080" cy="640080"/>
          </a:xfrm>
          <a:prstGeom prst="ellipse">
            <a:avLst/>
          </a:prstGeom>
          <a:solidFill>
            <a:srgbClr val="E61E25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7472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耐玩性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4720" y="4069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内容更新 / 差异对策 / 随机体验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274320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0" y="2926080"/>
            <a:ext cx="640080" cy="640080"/>
          </a:xfrm>
          <a:prstGeom prst="ellipse">
            <a:avLst/>
          </a:prstGeom>
          <a:solidFill>
            <a:srgbClr val="E61E25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0936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社交维度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4069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匹配机制 / 核心场景 / 活人感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1：枪火重生 - BD组件共享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286000" cy="109728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枪火重生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FPS + Roguelite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1097280"/>
            <a:ext cx="57607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0" y="1097280"/>
            <a:ext cx="5760720" cy="73152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1280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机制名称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BD组件共享（多人模式）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0896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机制描述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0" y="22860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多人模式下，所有玩家共享武器和秘卷获取，形成"协作驱动"的游戏体验，而非传统FPS Roguelite的"运气驱动"。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X-Statement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33832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国风FPS融合Roguelite闯关，玩家操控英雄在随机关卡中，通过共享武器秘卷协作通关。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复用价值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08960" y="4343400"/>
            <a:ext cx="5486400" cy="365760"/>
          </a:xfrm>
          <a:prstGeom prst="rect">
            <a:avLst/>
          </a:prstGeom>
          <a:solidFill>
            <a:srgbClr val="E61E25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4343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提升多人游戏社交粘性，将"运气驱动"转化为"协作驱动"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2：Mewgenics - 遗传育种系统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286000" cy="109728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Mewgenics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回合制RPG + Roguelite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1097280"/>
            <a:ext cx="57607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0" y="1097280"/>
            <a:ext cx="5760720" cy="73152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1280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机制名称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遗传育种系统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0896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机制描述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0" y="22860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猫咪突变可遗传给后代，形成跨代际养成深度。只有基础属性会遗传，突变和缺陷绝对遗传，创造独特的"遗产"玩法。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X-Statement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33832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喵星人回合制RPG，玩家培育猫咪战队，通过交配繁殖将突变遗传给后代，在10x10战场中构建独特战斗流派。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复用价值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08960" y="4343400"/>
            <a:ext cx="5486400" cy="365760"/>
          </a:xfrm>
          <a:prstGeom prst="rect">
            <a:avLst/>
          </a:prstGeom>
          <a:solidFill>
            <a:srgbClr val="E61E25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4343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为Roguelite游戏提供"代际传承"创新方向，12天销量破100万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3：无主之地3 - 三层BD构筑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286000" cy="109728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无主之地3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刷宝FPS + RPG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1097280"/>
            <a:ext cx="57607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0" y="1097280"/>
            <a:ext cx="5760720" cy="73152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1280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机制名称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三层BD构筑体系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0896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机制描述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0" y="22860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底子(模组+天赋)→放大器(武器机制)→数值词条，三层构筑带来指数级成长体验。4职业×45模组×661种武器机制。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X-Statement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33832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科幻刷宝FPS，玩家操控4大职业，通过模组+天赋+武器三层构筑，在Raid和刷宝中验证BD强度。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复用价值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08960" y="4343400"/>
            <a:ext cx="5486400" cy="365760"/>
          </a:xfrm>
          <a:prstGeom prst="rect">
            <a:avLst/>
          </a:prstGeom>
          <a:solidFill>
            <a:srgbClr val="E61E25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4343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刷宝FPS的BD标杆模板，三层构筑逻辑可复用到任何RPG/ARPG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4：命运2 - Raid团队协作机制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286000" cy="109728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命运2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科幻刷宝射击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1097280"/>
            <a:ext cx="57607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0" y="1097280"/>
            <a:ext cx="5760720" cy="73152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1280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机制名称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Raid团队协作机制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0896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机制描述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0" y="22860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6人强制协作Raid，10个Raid+10个地牢，每个副本需要精确分工配合。8年运营积累，25+赛季。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X-Statement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33832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科幻刷宝射击，玩家操控3大职业6种元素分支，在Raid/地牢中与队友协作，通过装备Build挑战高难度内容。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复用价值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08960" y="4343400"/>
            <a:ext cx="5486400" cy="365760"/>
          </a:xfrm>
          <a:prstGeom prst="rect">
            <a:avLst/>
          </a:prstGeom>
          <a:solidFill>
            <a:srgbClr val="E61E25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4343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Raid设计范式：6人分工+多阶段机制，可复用于MMO/射击/动作游戏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品类覆盖一览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64592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RPG/ARPG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89 个机制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BD构筑、技能连招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97280"/>
            <a:ext cx="73152" cy="164592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Roguelike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600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 个机制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死亡转化、随机升级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97280"/>
            <a:ext cx="73152" cy="164592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MOBA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1600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 个机制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团战规模、地图机制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926080"/>
            <a:ext cx="73152" cy="164592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FPS/TPS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 个机制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" y="3840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枪械改装、撤离模式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29260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2926080"/>
            <a:ext cx="73152" cy="164592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7472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 个机制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474720" y="3840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资源循环、联盟系统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926080"/>
            <a:ext cx="73152" cy="164592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模拟经营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0936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 个机制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309360" y="3840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空间规划、反馈循环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可拓展性规划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🎮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品类扩展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783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覆盖更多游戏品类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如: 音游/体育/解谜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1325880"/>
            <a:ext cx="731520" cy="3200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3258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39496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AI辅助分析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94960" y="1783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自动识别游戏机制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生成初步分析报告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0" y="1325880"/>
            <a:ext cx="731520" cy="3200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13258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8872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6118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支持多人协同编辑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评论与反馈机制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66160" y="3154680"/>
            <a:ext cx="731520" cy="3200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31546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01752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39496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API对接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94960" y="36118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对接内部项目管理系统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实现自动化入库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0" y="3154680"/>
            <a:ext cx="731520" cy="3200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0" y="31546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游戏设计的核心竞争力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正在从「人的经验」转向「组织的知识资产」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428 机制 · 339 游戏 · 15 品类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3566160"/>
            <a:ext cx="2743200" cy="5486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3566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立即访问 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http://88.88.88.8888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机制库</dc:title>
  <dc:subject>PptxGenJS Presentation</dc:subject>
  <dc:creator>小易</dc:creator>
  <cp:lastModifiedBy>小易</cp:lastModifiedBy>
  <cp:revision>1</cp:revision>
  <dcterms:created xsi:type="dcterms:W3CDTF">2026-03-13T06:37:31Z</dcterms:created>
  <dcterms:modified xsi:type="dcterms:W3CDTF">2026-03-13T06:37:31Z</dcterms:modified>
</cp:coreProperties>
</file>