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33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游戏设计的核心竞争力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正在从「人的经验」转向「组织的知识资产」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3017520"/>
            <a:ext cx="274320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0E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机制库 = 游戏设计的知识资产化平台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创意部 ·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机制库的核心优势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2651760" cy="73152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801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📐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2402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统一的X-Statement框架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让所有游戏分析有据可依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097280"/>
            <a:ext cx="26517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097280"/>
            <a:ext cx="2651760" cy="73152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2801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474720" y="1828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74720" y="22402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5维度评分体系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机制价值可量化评估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097280"/>
            <a:ext cx="26517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097280"/>
            <a:ext cx="2651760" cy="73152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2801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🔄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309360" y="1828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可复用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09360" y="22402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428个已验证机制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新项目可直接调用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566160"/>
            <a:ext cx="82296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" y="3657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数据规模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103120" y="39319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428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2103120" y="43891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已验证机制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0" y="39319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339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3657600" y="43891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收录游戏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212080" y="39319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212080" y="43891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品类拆解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766560" y="39319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251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6766560" y="43891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机制-游戏关联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核心方法论：X-Statement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188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X-Statement 公式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[题材] + [核心玩法] 融合 [次级玩法] 与 [养成要素]，玩家操控 [角色类型]，在 [场景类型] 中使用 [道具系统] 构建独特 [策略体系]。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26517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26517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⚔️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40080" y="3154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核心循环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56616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战斗 → 成长 → 验证 → 刷宝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2514600"/>
            <a:ext cx="26517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91840" y="26517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♾️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474720" y="3154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耐玩性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74720" y="356616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内容更新 / 差异对策 / 随机体验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2514600"/>
            <a:ext cx="26517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26480" y="26517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🤝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309360" y="3154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社交维度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09360" y="356616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匹配机制 / 核心场景 / 活人感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已入库游戏评估维度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058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游戏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194560" y="10058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品类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840480" y="10058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商业表现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0" y="10058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玩法创新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132320" y="10058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等级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716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枪火重生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103120" y="13716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FPS Roguelite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0" y="13716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国服TOP50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212080" y="13716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Roguelite+FPS先河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7589520" y="1408176"/>
            <a:ext cx="731520" cy="292608"/>
          </a:xfrm>
          <a:prstGeom prst="rect">
            <a:avLst/>
          </a:prstGeom>
          <a:solidFill>
            <a:srgbClr val="E61E15"/>
          </a:solidFill>
          <a:ln/>
        </p:spPr>
      </p:sp>
      <p:sp>
        <p:nvSpPr>
          <p:cNvPr id="16" name="Text 14"/>
          <p:cNvSpPr/>
          <p:nvPr/>
        </p:nvSpPr>
        <p:spPr>
          <a:xfrm>
            <a:off x="7589520" y="1408176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1755648"/>
            <a:ext cx="8229600" cy="3657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175564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Mewgenics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103120" y="175564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Roguelike RPG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0" y="175564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12天100万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212080" y="175564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代际传承创新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589520" y="1792224"/>
            <a:ext cx="731520" cy="292608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23" name="Text 21"/>
          <p:cNvSpPr/>
          <p:nvPr/>
        </p:nvSpPr>
        <p:spPr>
          <a:xfrm>
            <a:off x="7589520" y="1792224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极高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2139696"/>
            <a:ext cx="82296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2139696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无主之地3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103120" y="2139696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刷宝FPS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57600" y="2139696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全球2000万+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212080" y="2139696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BD系统标杆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589520" y="2176272"/>
            <a:ext cx="731520" cy="292608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30" name="Text 28"/>
          <p:cNvSpPr/>
          <p:nvPr/>
        </p:nvSpPr>
        <p:spPr>
          <a:xfrm>
            <a:off x="7589520" y="2176272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极高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2523744"/>
            <a:ext cx="8229600" cy="3657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2523744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命运2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103120" y="2523744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刷宝射击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657600" y="2523744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Steam 31.6万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212080" y="2523744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Raid标杆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589520" y="2560320"/>
            <a:ext cx="731520" cy="292608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37" name="Text 35"/>
          <p:cNvSpPr/>
          <p:nvPr/>
        </p:nvSpPr>
        <p:spPr>
          <a:xfrm>
            <a:off x="7589520" y="256032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极高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" y="2907792"/>
            <a:ext cx="82296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548640" y="290779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绝区零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103120" y="290779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ARPG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657600" y="290779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全球5000万+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212080" y="290779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动作创新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7589520" y="2944368"/>
            <a:ext cx="731520" cy="292608"/>
          </a:xfrm>
          <a:prstGeom prst="rect">
            <a:avLst/>
          </a:prstGeom>
          <a:solidFill>
            <a:srgbClr val="E61E15"/>
          </a:solidFill>
          <a:ln/>
        </p:spPr>
      </p:sp>
      <p:sp>
        <p:nvSpPr>
          <p:cNvPr id="44" name="Text 42"/>
          <p:cNvSpPr/>
          <p:nvPr/>
        </p:nvSpPr>
        <p:spPr>
          <a:xfrm>
            <a:off x="7589520" y="2944368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6" name="Text 44"/>
          <p:cNvSpPr/>
          <p:nvPr/>
        </p:nvSpPr>
        <p:spPr>
          <a:xfrm>
            <a:off x="548640" y="32918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巴洛维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103120" y="32918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SLG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657600" y="32918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月流水过亿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212080" y="32918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SLG创新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7589520" y="3328416"/>
            <a:ext cx="731520" cy="292608"/>
          </a:xfrm>
          <a:prstGeom prst="rect">
            <a:avLst/>
          </a:prstGeom>
          <a:solidFill>
            <a:srgbClr val="E61E15"/>
          </a:solidFill>
          <a:ln/>
        </p:spPr>
      </p:sp>
      <p:sp>
        <p:nvSpPr>
          <p:cNvPr id="51" name="Text 49"/>
          <p:cNvSpPr/>
          <p:nvPr/>
        </p:nvSpPr>
        <p:spPr>
          <a:xfrm>
            <a:off x="7589520" y="3328416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57200" y="3675888"/>
            <a:ext cx="82296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Text 51"/>
          <p:cNvSpPr/>
          <p:nvPr/>
        </p:nvSpPr>
        <p:spPr>
          <a:xfrm>
            <a:off x="548640" y="367588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蛋仔派对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2103120" y="367588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休闲竞技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3657600" y="367588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MAU 5000万+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212080" y="367588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UGC+社交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7589520" y="3712464"/>
            <a:ext cx="731520" cy="292608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58" name="Text 56"/>
          <p:cNvSpPr/>
          <p:nvPr/>
        </p:nvSpPr>
        <p:spPr>
          <a:xfrm>
            <a:off x="7589520" y="3712464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极高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评估等级：极高&gt;高&gt;中  |  📷 截图待补充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 1：枪火重生 - BD组件共享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复用价值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提升多人社交粘性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39319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148840"/>
            <a:ext cx="3749040" cy="13716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56032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📷 游戏截图/概念图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(待补充实际图片)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6118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枪火重生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931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FPS + Roguelite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448056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创新评级 ★5☆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2057400"/>
            <a:ext cx="39319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2057400"/>
            <a:ext cx="3931920" cy="7315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21945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机制名称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60" y="24688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BD组件共享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37760" y="28346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机制描述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0" y="310896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多人共享武器秘卷，协作驱动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37760" y="39319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X-Statement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37760" y="42062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国风FPS+Roguelite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 2：Mewgenics - 遗传育种系统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复用价值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代际传承创新，12天100万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39319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148840"/>
            <a:ext cx="3749040" cy="13716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56032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📷 游戏截图/概念图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(待补充实际图片)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6118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Mewgenics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931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回合制RPG + Roguelite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448056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创新评级 ★5☆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2057400"/>
            <a:ext cx="39319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2057400"/>
            <a:ext cx="3931920" cy="7315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21945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机制名称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60" y="24688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遗传育种系统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37760" y="28346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机制描述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0" y="310896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猫咪突变遗传后代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37760" y="39319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X-Statement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37760" y="42062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喵星人RPG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 3：无主之地3 - 三层BD构筑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复用价值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BD标杆，可复用于ARPG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39319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148840"/>
            <a:ext cx="3749040" cy="13716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56032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📷 游戏截图/概念图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(待补充实际图片)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6118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无主之地3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931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刷宝FPS + RPG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448056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创新评级 ★4☆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2057400"/>
            <a:ext cx="39319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2057400"/>
            <a:ext cx="3931920" cy="7315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21945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机制名称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60" y="24688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三层BD构筑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37760" y="28346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机制描述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0" y="310896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底子→放大器→数值词条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37760" y="39319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X-Statement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37760" y="42062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刷宝FPS三层构筑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 4：命运2 - Raid团队协作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复用价值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Raid设计范式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39319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148840"/>
            <a:ext cx="3749040" cy="13716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56032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📷 游戏截图/概念图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(待补充实际图片)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6118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命运2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931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科幻刷宝射击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448056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创新评级 ★4☆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2057400"/>
            <a:ext cx="39319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2057400"/>
            <a:ext cx="3931920" cy="7315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21945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机制名称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60" y="24688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Raid团队协作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37760" y="28346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机制描述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0" y="310896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6人强制协作Raid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37760" y="39319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X-Statement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37760" y="42062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科幻射击Raid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品类覆盖一览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6517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73152" cy="1737360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RPG/ARPG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89个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BD构筑、技能连招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514600"/>
            <a:ext cx="2286000" cy="13716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2514600"/>
            <a:ext cx="457200" cy="137160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11" name="Shape 9"/>
          <p:cNvSpPr/>
          <p:nvPr/>
        </p:nvSpPr>
        <p:spPr>
          <a:xfrm>
            <a:off x="3291840" y="1051560"/>
            <a:ext cx="26517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051560"/>
            <a:ext cx="73152" cy="1737360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1188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Roguelike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74720" y="1554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67个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474720" y="19659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死亡转化、随机升级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0" y="2514600"/>
            <a:ext cx="2286000" cy="13716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7" name="Shape 15"/>
          <p:cNvSpPr/>
          <p:nvPr/>
        </p:nvSpPr>
        <p:spPr>
          <a:xfrm>
            <a:off x="3474720" y="2514600"/>
            <a:ext cx="365760" cy="137160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18" name="Shape 16"/>
          <p:cNvSpPr/>
          <p:nvPr/>
        </p:nvSpPr>
        <p:spPr>
          <a:xfrm>
            <a:off x="6126480" y="1051560"/>
            <a:ext cx="26517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1051560"/>
            <a:ext cx="73152" cy="1737360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1188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MOBA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09360" y="1554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54个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309360" y="19659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团战规模、地图机制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309360" y="2514600"/>
            <a:ext cx="2286000" cy="13716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4" name="Shape 22"/>
          <p:cNvSpPr/>
          <p:nvPr/>
        </p:nvSpPr>
        <p:spPr>
          <a:xfrm>
            <a:off x="6309360" y="2514600"/>
            <a:ext cx="297180" cy="137160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2971800"/>
            <a:ext cx="26517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2971800"/>
            <a:ext cx="73152" cy="1737360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108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FPS/TPS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" y="34747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48个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40080" y="38862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枪械改装、撤离模式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0080" y="4434840"/>
            <a:ext cx="2286000" cy="13716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1" name="Shape 29"/>
          <p:cNvSpPr/>
          <p:nvPr/>
        </p:nvSpPr>
        <p:spPr>
          <a:xfrm>
            <a:off x="640080" y="4434840"/>
            <a:ext cx="251460" cy="137160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32" name="Shape 30"/>
          <p:cNvSpPr/>
          <p:nvPr/>
        </p:nvSpPr>
        <p:spPr>
          <a:xfrm>
            <a:off x="3291840" y="2971800"/>
            <a:ext cx="26517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91840" y="2971800"/>
            <a:ext cx="73152" cy="1737360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34" name="Text 32"/>
          <p:cNvSpPr/>
          <p:nvPr/>
        </p:nvSpPr>
        <p:spPr>
          <a:xfrm>
            <a:off x="3474720" y="3108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SLG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474720" y="34747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42个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3474720" y="38862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资源循环、联盟系统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474720" y="4434840"/>
            <a:ext cx="2286000" cy="13716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8" name="Shape 36"/>
          <p:cNvSpPr/>
          <p:nvPr/>
        </p:nvSpPr>
        <p:spPr>
          <a:xfrm>
            <a:off x="3474720" y="4434840"/>
            <a:ext cx="228600" cy="137160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39" name="Shape 37"/>
          <p:cNvSpPr/>
          <p:nvPr/>
        </p:nvSpPr>
        <p:spPr>
          <a:xfrm>
            <a:off x="6126480" y="2971800"/>
            <a:ext cx="26517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126480" y="2971800"/>
            <a:ext cx="73152" cy="1737360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41" name="Text 39"/>
          <p:cNvSpPr/>
          <p:nvPr/>
        </p:nvSpPr>
        <p:spPr>
          <a:xfrm>
            <a:off x="6309360" y="3108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模拟经营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309360" y="34747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35个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6309360" y="38862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空间规划、反馈循环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309360" y="4434840"/>
            <a:ext cx="2286000" cy="13716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5" name="Shape 43"/>
          <p:cNvSpPr/>
          <p:nvPr/>
        </p:nvSpPr>
        <p:spPr>
          <a:xfrm>
            <a:off x="6309360" y="4434840"/>
            <a:ext cx="182880" cy="137160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46" name="Shape 44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solidFill>
            <a:srgbClr val="E61E25">
              <a:alpha val="1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640080" y="45720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机制分布可视化（实际比例）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可拓展性规划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🎮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1234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品类扩展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6459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覆盖更多游戏品类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如: 音游/体育/解谜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66160" y="1234440"/>
            <a:ext cx="731520" cy="320040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9" name="Text 7"/>
          <p:cNvSpPr/>
          <p:nvPr/>
        </p:nvSpPr>
        <p:spPr>
          <a:xfrm>
            <a:off x="3566160" y="12344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394960" y="1234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AI辅助分析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94960" y="16459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自动识别游戏机制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生成初步分析报告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0" y="1234440"/>
            <a:ext cx="731520" cy="320040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0" y="12344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👥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188720" y="3063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团队协作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34747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支持多人协同编辑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评论与反馈机制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566160" y="3063240"/>
            <a:ext cx="731520" cy="320040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21" name="Text 19"/>
          <p:cNvSpPr/>
          <p:nvPr/>
        </p:nvSpPr>
        <p:spPr>
          <a:xfrm>
            <a:off x="3566160" y="30632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292608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🔗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394960" y="3063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API对接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394960" y="34747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对接内部项目管理系统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实现自动化入库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772400" y="3063240"/>
            <a:ext cx="731520" cy="320040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0" y="30632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Q4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33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游戏设计的核心竞争力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正在从「人的经验」转向「组织的知识资产」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0E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428 机制 · 339 游戏 · 15 品类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0" y="3566160"/>
            <a:ext cx="2743200" cy="548640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0" y="35661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立即访问 →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http://88.88.88.8888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机制库</dc:title>
  <dc:subject>PptxGenJS Presentation</dc:subject>
  <dc:creator>小易</dc:creator>
  <cp:lastModifiedBy>小易</cp:lastModifiedBy>
  <cp:revision>1</cp:revision>
  <dcterms:created xsi:type="dcterms:W3CDTF">2026-03-13T06:52:47Z</dcterms:created>
  <dcterms:modified xsi:type="dcterms:W3CDTF">2026-03-13T06:52:47Z</dcterms:modified>
</cp:coreProperties>
</file>